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84" y="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407FB4-5CB7-0322-7A3B-152B42C6E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9D70113-2379-76B5-F769-F2061F174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81DA8F-9F5A-0E8E-4899-B65243312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AA82-C098-4881-9BC7-BC4CD03B13F4}" type="datetimeFigureOut">
              <a:rPr lang="it-IT" smtClean="0"/>
              <a:t>07/08/2026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13A120-3147-45A7-80B6-14039AD5B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206747-F4D4-9BB1-B75F-B50DE3EA6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B095-3AF6-4330-B0FB-A5BBC52C80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3562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8936E8-137A-5EDE-6489-C95ED790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17B4CB-D8B0-F977-B460-F0554BA14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58E872-BCFA-1AFC-0C8E-2AC2C2475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AA82-C098-4881-9BC7-BC4CD03B13F4}" type="datetimeFigureOut">
              <a:rPr lang="it-IT" smtClean="0"/>
              <a:t>07/08/2026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4E61D-57C0-0D10-525B-8861AF21E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0226C4-FFFF-12E3-F845-33C1E649A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B095-3AF6-4330-B0FB-A5BBC52C80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957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250F3F-A214-0421-57BA-80F6C368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C3F92B2-BE36-A08D-39AB-EBDD470E5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149530-F8F2-960D-0AFE-FCC1D9B07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AA82-C098-4881-9BC7-BC4CD03B13F4}" type="datetimeFigureOut">
              <a:rPr lang="it-IT" smtClean="0"/>
              <a:t>07/08/2026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0AAC03C-AF05-3C54-3A05-D89DA35B5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4A9ED66-625A-C49A-81D0-56AB77365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B095-3AF6-4330-B0FB-A5BBC52C80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6199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E088A0-E884-EE0B-B6A5-169680E8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71E9B7-A8DC-BD8B-B4BF-5308D765B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B69386E-0993-E4A0-5303-B9621754D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A62905F-744D-8C2B-44C1-9B72117A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AA82-C098-4881-9BC7-BC4CD03B13F4}" type="datetimeFigureOut">
              <a:rPr lang="it-IT" smtClean="0"/>
              <a:t>07/08/2026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E118BAE-E617-EE6A-57B6-E2EE48506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A7576D-B993-5DC3-4E9A-856C086B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B095-3AF6-4330-B0FB-A5BBC52C80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837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B0B68B-D235-A0D4-5E23-F99D8C52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6042302-B0F1-53E9-F187-C8BAD6E96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7ACF9AB-571B-DE35-4181-F1B043223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10CC688-70E5-9BDA-F128-CFD302B33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6A36F81-CE96-6437-8AFF-7AE68AE8D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B24E122-90BB-F132-271B-F56D6F923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AA82-C098-4881-9BC7-BC4CD03B13F4}" type="datetimeFigureOut">
              <a:rPr lang="it-IT" smtClean="0"/>
              <a:t>07/08/2026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A8628D1-7BD9-0A93-17C1-692F249F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1BFA53C-FC08-3F60-6471-15F11306F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B095-3AF6-4330-B0FB-A5BBC52C80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0103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9E594A-C6DF-27EC-8A19-B3953C3D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BDA2ABD-51FD-9874-8FE6-9360EA161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AA82-C098-4881-9BC7-BC4CD03B13F4}" type="datetimeFigureOut">
              <a:rPr lang="it-IT" smtClean="0"/>
              <a:t>07/08/2026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75654D3-5872-D57C-6112-38AE70BF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3111721-48F0-A95D-CA8B-07EC6BFA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B095-3AF6-4330-B0FB-A5BBC52C80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178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1DB06F3-0CBB-0915-B4C3-99C194E34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AA82-C098-4881-9BC7-BC4CD03B13F4}" type="datetimeFigureOut">
              <a:rPr lang="it-IT" smtClean="0"/>
              <a:t>07/08/2026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33D229F-BD5C-5FA5-209E-00C918C1A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58F64C5-D304-5372-1907-4B2D77AA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B095-3AF6-4330-B0FB-A5BBC52C80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291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5723FA-4360-7553-3E07-91DE08197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E5B926-2E11-063E-0B05-85C510E0D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F272A67-938E-4D16-AE82-1D0DA0EE8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4713EE4-48A1-2C9F-76C8-E0F464AD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AA82-C098-4881-9BC7-BC4CD03B13F4}" type="datetimeFigureOut">
              <a:rPr lang="it-IT" smtClean="0"/>
              <a:t>07/08/2026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35D9DF6-D9D4-9874-92D3-0744A5209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C19430E-DC53-48AA-2C20-269399467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B095-3AF6-4330-B0FB-A5BBC52C80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7534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0B6AD3-14EA-9019-D269-502B1AEAF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5004A30-7685-1476-7672-6CF0488E5D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CBEBD25-3845-D40A-D50A-970C049AA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436BED1-E0F2-FC52-9EC5-369A53D83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AA82-C098-4881-9BC7-BC4CD03B13F4}" type="datetimeFigureOut">
              <a:rPr lang="it-IT" smtClean="0"/>
              <a:t>07/08/2026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2E3978B-F6CE-E7FD-2FAC-2505AD042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6F8466C-5E0E-7060-C576-733F0EBD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B095-3AF6-4330-B0FB-A5BBC52C80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1661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66E801-11F9-621A-36E2-D7604D7C5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FA3F556-52F5-D4D4-02E4-F580732D1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24AF012-6EA6-DDEB-D227-BE1CA50E1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AA82-C098-4881-9BC7-BC4CD03B13F4}" type="datetimeFigureOut">
              <a:rPr lang="it-IT" smtClean="0"/>
              <a:t>07/08/2026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C5546D-7429-C3AD-B65B-4ECC41424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8DF969-C4C7-0529-28F7-3D50108F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B095-3AF6-4330-B0FB-A5BBC52C80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5775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CC01C7E-D065-9DD2-780B-B0792F96D1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78D6D2B-628F-324D-1F62-A8E2FD160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025006-F00F-7C88-B672-34217B31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AA82-C098-4881-9BC7-BC4CD03B13F4}" type="datetimeFigureOut">
              <a:rPr lang="it-IT" smtClean="0"/>
              <a:t>07/08/2026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B4EC28-878C-4066-8A76-F59733DE4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288C74-D2F3-67DD-6D56-D17B0D9BE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B095-3AF6-4330-B0FB-A5BBC52C80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8853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5C6B1E9-C0BA-7EB5-A55F-DBBB744FE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736B335-C219-58F5-3348-8EB1BF3CE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E4052D-E266-3E8C-A5AD-EBBF0564C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40AA82-C098-4881-9BC7-BC4CD03B13F4}" type="datetimeFigureOut">
              <a:rPr lang="it-IT" smtClean="0"/>
              <a:t>07/08/2026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5A59CC-7968-2699-EAC7-C1288AED2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26AD22-9232-030A-95C7-2A0BF259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8B095-3AF6-4330-B0FB-A5BBC52C80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837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2CC0D4C7-72AC-6AD5-1B27-2E6B5A6F4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206" y="624597"/>
            <a:ext cx="8847587" cy="5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461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6704547-7E7B-69DF-8B9E-665C6A193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686" y="632217"/>
            <a:ext cx="7460627" cy="559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80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60A1629-5D49-4468-2633-2C139F07C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32" y="578873"/>
            <a:ext cx="8016935" cy="570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225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01807BDD-0403-DB9A-FE63-458AFEAF1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670" y="502666"/>
            <a:ext cx="7620660" cy="585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93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2A264C1-96BF-2D0E-1859-E4EEEE9C6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482" y="403598"/>
            <a:ext cx="8939035" cy="605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8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87F7AEA-DF05-066B-B5ED-AD6887356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152" y="453132"/>
            <a:ext cx="7559695" cy="595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265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8720028-BC50-1CC2-7297-FBD0609A2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54" y="601735"/>
            <a:ext cx="8664691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2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18F86DB-E3EA-04BC-7E45-A3D4A93D5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239" y="498856"/>
            <a:ext cx="8085521" cy="586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5016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4716A25AA10214B9D9AC52B33337FEF" ma:contentTypeVersion="7" ma:contentTypeDescription="Creare un nuovo documento." ma:contentTypeScope="" ma:versionID="611560f7d2969bf92adc3ce010a2cd5a">
  <xsd:schema xmlns:xsd="http://www.w3.org/2001/XMLSchema" xmlns:xs="http://www.w3.org/2001/XMLSchema" xmlns:p="http://schemas.microsoft.com/office/2006/metadata/properties" xmlns:ns2="3e8c069b-ed36-4101-bc6d-6a9ffe731206" targetNamespace="http://schemas.microsoft.com/office/2006/metadata/properties" ma:root="true" ma:fieldsID="36267c8be4e7ddaa55a89bdeae3d0097" ns2:_="">
    <xsd:import namespace="3e8c069b-ed36-4101-bc6d-6a9ffe7312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8c069b-ed36-4101-bc6d-6a9ffe7312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94A1B58-9516-4697-BAA0-E98CD7AC47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8c069b-ed36-4101-bc6d-6a9ffe7312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0A81A3-894F-4774-988E-78A60DAC64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7605AD-B67F-4AE8-9D74-E8D6688F4B67}">
  <ds:schemaRefs>
    <ds:schemaRef ds:uri="http://schemas.microsoft.com/office/infopath/2007/PartnerControls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3e8c069b-ed36-4101-bc6d-6a9ffe731206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Gloria Violi</dc:creator>
  <cp:lastModifiedBy>Gloria Violi</cp:lastModifiedBy>
  <cp:revision>1</cp:revision>
  <dcterms:created xsi:type="dcterms:W3CDTF">2026-08-07T17:16:14Z</dcterms:created>
  <dcterms:modified xsi:type="dcterms:W3CDTF">2026-08-07T17:18:42Z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0x01010094716A25AA10214B9D9AC52B33337FEF</vt:lpwstr>
  </property>
</Properties>
</file>